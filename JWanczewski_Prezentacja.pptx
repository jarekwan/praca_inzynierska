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c019c95-3a5c-4f88-8d98-897091f6b23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b1d4f11-27f0-4106-aca9-8defd04553e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5b9d530-3774-4122-b6f8-d771e45c438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160be38-a19b-432d-a4da-b1f69246a3b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8a57b2b-40d7-4bc8-af98-bc42e36cb9b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8ee8a15-7ea0-43d9-9801-12df2ce1e27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2dd483a-aaf3-4564-9078-edcda88d517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36cf94f-2ee8-46bc-b64c-3e9f095b7dd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6ec5c15-edac-44ef-97ed-350d19b21b6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91496b8-bf72-444b-bf44-fad2e368f49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b38b5ca-79e7-4b2f-b594-f444fdceef6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84b4b05-6fc4-495c-b60a-a91f3320c44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2026-05-14T08:41:20.944Z</dcterms:created>
  <dcterms:modified xsi:type="dcterms:W3CDTF">2026-05-14T08:41:20.944Z</dcterms:modified>
</cp:coreProperties>
</file>